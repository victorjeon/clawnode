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A25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9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두뇌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99A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 · Claude · Gemini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질문하면 답한다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글을 쓴다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코드를 짠다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E99A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하지만... 직접 뭔가를 하진 못한다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7315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두뇌에 몸을 붙이다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🖐  파일을 읽고 쓰는 손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👀  인터넷을 검색하는 눈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 메시지를 보내는 입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🧠  어제 대화를 기억하는 기억력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011680"/>
            <a:ext cx="914400" cy="914400"/>
          </a:xfrm>
          <a:prstGeom prst="ellipse">
            <a:avLst/>
          </a:prstGeom>
          <a:solidFill>
            <a:srgbClr val="0F1629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9A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vs OpenClaw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유능하고 똑똑한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 부사수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A25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뛰어남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시키는 건 거의 다 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A254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회사 맥락을 모름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A254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가르쳐줘야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OpenClaw 핵심 특장점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2544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3444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장기기억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개월 전 대화도 기억.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→ 학습 → 행동 변화.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2544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23444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 발송, 시트 작성, 웹 검색,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디자인, 코딩, 리서치.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25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15468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0984E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텔레그램, 디스코드, 슬랙.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대화하면 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254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315468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54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154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커스터마이징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갈수록 나에게 맞춰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성격, 말투, 행동이 변화.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1) 마케팅 매니저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9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"이번주 마케팅 내용 분석해줘"</a:t>
            </a:r>
            <a:endParaRPr lang="en-US" sz="1400" dirty="0"/>
          </a:p>
        </p:txBody>
      </p:sp>
      <p:pic>
        <p:nvPicPr>
          <p:cNvPr id="5" name="Image 0" descr="/Users/nova/projects/clawnode/docs/lecture/mockups/marketing-iphone.png">    </p:cNvPr>
          <p:cNvPicPr>
            <a:picLocks noChangeAspect="1"/>
          </p:cNvPicPr>
          <p:nvPr/>
        </p:nvPicPr>
        <p:blipFill>
          <a:blip r:embed="rId1"/>
          <a:srcRect l="-200000" r="-200000" t="0" b="0"/>
          <a:stretch/>
        </p:blipFill>
        <p:spPr>
          <a:xfrm>
            <a:off x="2286000" y="118872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2) SRT 매크로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9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"기차가 없어" → 18분 만에 매크로 제작 → 예약 완료</a:t>
            </a:r>
            <a:endParaRPr lang="en-US" sz="1300" dirty="0"/>
          </a:p>
        </p:txBody>
      </p:sp>
      <p:pic>
        <p:nvPicPr>
          <p:cNvPr id="5" name="Image 0" descr="/Users/nova/projects/clawnode/docs/lecture/mockups/srt-iphone-1.png">    </p:cNvPr>
          <p:cNvPicPr>
            <a:picLocks noChangeAspect="1"/>
          </p:cNvPicPr>
          <p:nvPr/>
        </p:nvPicPr>
        <p:blipFill>
          <a:blip r:embed="rId1"/>
          <a:srcRect l="-150000" r="-150000" t="0" b="0"/>
          <a:stretch/>
        </p:blipFill>
        <p:spPr>
          <a:xfrm>
            <a:off x="731520" y="1188720"/>
            <a:ext cx="3657600" cy="3657600"/>
          </a:xfrm>
          <a:prstGeom prst="rect">
            <a:avLst/>
          </a:prstGeom>
        </p:spPr>
      </p:pic>
      <p:pic>
        <p:nvPicPr>
          <p:cNvPr id="6" name="Image 1" descr="/Users/nova/projects/clawnode/docs/lecture/mockups/srt-iphone-2.png">    </p:cNvPr>
          <p:cNvPicPr>
            <a:picLocks noChangeAspect="1"/>
          </p:cNvPicPr>
          <p:nvPr/>
        </p:nvPicPr>
        <p:blipFill>
          <a:blip r:embed="rId2"/>
          <a:srcRect l="-150000" r="-150000" t="0" b="0"/>
          <a:stretch/>
        </p:blipFill>
        <p:spPr>
          <a:xfrm>
            <a:off x="4754880" y="118872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3) 아기옷 중고거래 앱</a:t>
            </a:r>
            <a:endParaRPr lang="en-US" sz="2400" dirty="0"/>
          </a:p>
        </p:txBody>
      </p:sp>
      <p:pic>
        <p:nvPicPr>
          <p:cNvPr id="4" name="Image 0" descr="/Users/nova/projects/clawnode/docs/lecture/ggomjirak 1.png">    </p:cNvPr>
          <p:cNvPicPr>
            <a:picLocks noChangeAspect="1"/>
          </p:cNvPicPr>
          <p:nvPr/>
        </p:nvPicPr>
        <p:blipFill>
          <a:blip r:embed="rId1"/>
          <a:srcRect l="-90000" r="-90000" t="0" b="0"/>
          <a:stretch/>
        </p:blipFill>
        <p:spPr>
          <a:xfrm>
            <a:off x="457200" y="1005840"/>
            <a:ext cx="2560320" cy="3840480"/>
          </a:xfrm>
          <a:prstGeom prst="rect">
            <a:avLst/>
          </a:prstGeom>
        </p:spPr>
      </p:pic>
      <p:pic>
        <p:nvPicPr>
          <p:cNvPr id="5" name="Image 1" descr="/Users/nova/projects/clawnode/docs/lecture/ggomjirak 2.png">    </p:cNvPr>
          <p:cNvPicPr>
            <a:picLocks noChangeAspect="1"/>
          </p:cNvPicPr>
          <p:nvPr/>
        </p:nvPicPr>
        <p:blipFill>
          <a:blip r:embed="rId2"/>
          <a:srcRect l="-90000" r="-90000" t="0" b="0"/>
          <a:stretch/>
        </p:blipFill>
        <p:spPr>
          <a:xfrm>
            <a:off x="3383280" y="1005840"/>
            <a:ext cx="2560320" cy="3840480"/>
          </a:xfrm>
          <a:prstGeom prst="rect">
            <a:avLst/>
          </a:prstGeom>
        </p:spPr>
      </p:pic>
      <p:pic>
        <p:nvPicPr>
          <p:cNvPr id="6" name="Image 2" descr="/Users/nova/projects/clawnode/docs/lecture/ggomjirak 3.png">    </p:cNvPr>
          <p:cNvPicPr>
            <a:picLocks noChangeAspect="1"/>
          </p:cNvPicPr>
          <p:nvPr/>
        </p:nvPicPr>
        <p:blipFill>
          <a:blip r:embed="rId3"/>
          <a:srcRect l="-90000" r="-90000" t="0" b="0"/>
          <a:stretch/>
        </p:blipFill>
        <p:spPr>
          <a:xfrm>
            <a:off x="6309360" y="1005840"/>
            <a:ext cx="2560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Mason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99A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 있으시면 질문 주세요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소개</dc:title>
  <dc:subject>PptxGenJS Presentation</dc:subject>
  <dc:creator>Mason (전용원)</dc:creator>
  <cp:lastModifiedBy>Mason (전용원)</cp:lastModifiedBy>
  <cp:revision>1</cp:revision>
  <dcterms:created xsi:type="dcterms:W3CDTF">2026-04-01T10:34:31Z</dcterms:created>
  <dcterms:modified xsi:type="dcterms:W3CDTF">2026-04-01T10:34:31Z</dcterms:modified>
</cp:coreProperties>
</file>