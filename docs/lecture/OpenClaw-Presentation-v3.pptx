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vs OpenClaw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365760" y="73152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0A0A0A">
              <a:alpha val="3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36576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두뇌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576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· Claude · Gemini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21031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질문하면 답한다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글을 쓴다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짠다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하지만... 직접 뭔가를 하진 못한다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937760" y="73152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1A0A00">
              <a:alpha val="50000"/>
            </a:srgbClr>
          </a:solidFill>
          <a:ln w="12700">
            <a:solidFill>
              <a:srgbClr val="402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37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493776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두뇌에 몸을 붙이다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94960" y="18288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🖐  파일을 읽고 쓰는 손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👀  인터넷을 검색하는 눈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 메시지를 보내는 입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🧠  어제 대화를 기억하는 기억력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2194560"/>
            <a:ext cx="914400" cy="914400"/>
          </a:xfrm>
          <a:prstGeom prst="ellipse">
            <a:avLst/>
          </a:prstGeom>
          <a:solidFill>
            <a:srgbClr val="050505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182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82296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매우 유능하고 똑똑한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부사수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92024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능력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뛰어남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시키는 건 거의 다 한다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83280" y="192024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6616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회사 맥락을 모름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40080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가르쳐줘야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 핵심 특장점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457200" y="9144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94360" y="10515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F6B00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1051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23444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장기기억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8580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개월 전 대화도 기억.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 → 학습 → 행동 변화.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4880" y="9144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92040" y="10515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B894"/>
          </a:solidFill>
          <a:ln/>
        </p:spPr>
      </p:sp>
      <p:sp>
        <p:nvSpPr>
          <p:cNvPr id="12" name="Text 8"/>
          <p:cNvSpPr/>
          <p:nvPr/>
        </p:nvSpPr>
        <p:spPr>
          <a:xfrm>
            <a:off x="4892040" y="1051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3212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행동력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8348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발송, 시트 작성, 웹 검색,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디자인, 코딩, 리서치.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30632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984E3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3063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23444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8580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텔레그램, 디스코드, 슬랙.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대화하면 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0" y="29260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A0A0A">
              <a:alpha val="40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92040" y="30632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17055"/>
          </a:solidFill>
          <a:ln/>
        </p:spPr>
      </p:sp>
      <p:sp>
        <p:nvSpPr>
          <p:cNvPr id="22" name="Text 18"/>
          <p:cNvSpPr/>
          <p:nvPr/>
        </p:nvSpPr>
        <p:spPr>
          <a:xfrm>
            <a:off x="4892040" y="3063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53212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커스터마이징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49834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시간이 갈수록 나에게 맞춰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성격, 말투, 행동이 변화.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1) 마케팅 매니저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"이번주 마케팅 내용 분석해줘"</a:t>
            </a:r>
            <a:endParaRPr lang="en-US" sz="1300" dirty="0"/>
          </a:p>
        </p:txBody>
      </p:sp>
      <p:pic>
        <p:nvPicPr>
          <p:cNvPr id="6" name="Image 2" descr="/Users/nova/projects/clawnode/docs/lecture/mockups/marketing-iphone.png">    </p:cNvPr>
          <p:cNvPicPr>
            <a:picLocks noChangeAspect="1"/>
          </p:cNvPicPr>
          <p:nvPr/>
        </p:nvPicPr>
        <p:blipFill>
          <a:blip r:embed="rId3"/>
          <a:srcRect l="-150000" r="-150000" t="0" b="0"/>
          <a:stretch/>
        </p:blipFill>
        <p:spPr>
          <a:xfrm>
            <a:off x="2743200" y="1005840"/>
            <a:ext cx="3657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2) SRT 매크로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"기차가 없어" → 18분 만에 매크로 제작 → 예약 완료</a:t>
            </a:r>
            <a:endParaRPr lang="en-US" sz="1200" dirty="0"/>
          </a:p>
        </p:txBody>
      </p:sp>
      <p:pic>
        <p:nvPicPr>
          <p:cNvPr id="6" name="Image 2" descr="/Users/nova/projects/clawnode/docs/lecture/mockups/srt-iphone-1.png">    </p:cNvPr>
          <p:cNvPicPr>
            <a:picLocks noChangeAspect="1"/>
          </p:cNvPicPr>
          <p:nvPr/>
        </p:nvPicPr>
        <p:blipFill>
          <a:blip r:embed="rId3"/>
          <a:srcRect l="-150000" r="-150000" t="0" b="0"/>
          <a:stretch/>
        </p:blipFill>
        <p:spPr>
          <a:xfrm>
            <a:off x="640080" y="1005840"/>
            <a:ext cx="3657600" cy="3840480"/>
          </a:xfrm>
          <a:prstGeom prst="rect">
            <a:avLst/>
          </a:prstGeom>
        </p:spPr>
      </p:pic>
      <p:pic>
        <p:nvPicPr>
          <p:cNvPr id="7" name="Image 3" descr="/Users/nova/projects/clawnode/docs/lecture/mockups/srt-iphone-2.png">    </p:cNvPr>
          <p:cNvPicPr>
            <a:picLocks noChangeAspect="1"/>
          </p:cNvPicPr>
          <p:nvPr/>
        </p:nvPicPr>
        <p:blipFill>
          <a:blip r:embed="rId4"/>
          <a:srcRect l="-150000" r="-150000" t="0" b="0"/>
          <a:stretch/>
        </p:blipFill>
        <p:spPr>
          <a:xfrm>
            <a:off x="4846320" y="1005840"/>
            <a:ext cx="3657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3) 아기옷 중고거래 앱</a:t>
            </a:r>
            <a:endParaRPr lang="en-US" sz="2200" dirty="0"/>
          </a:p>
        </p:txBody>
      </p:sp>
      <p:pic>
        <p:nvPicPr>
          <p:cNvPr id="5" name="Image 2" descr="/Users/nova/projects/clawnode/docs/lecture/ggomjirak 1.png">    </p:cNvPr>
          <p:cNvPicPr>
            <a:picLocks noChangeAspect="1"/>
          </p:cNvPicPr>
          <p:nvPr/>
        </p:nvPicPr>
        <p:blipFill>
          <a:blip r:embed="rId3"/>
          <a:srcRect l="-95000" r="-95000" t="0" b="0"/>
          <a:stretch/>
        </p:blipFill>
        <p:spPr>
          <a:xfrm>
            <a:off x="365760" y="822960"/>
            <a:ext cx="2651760" cy="4023360"/>
          </a:xfrm>
          <a:prstGeom prst="rect">
            <a:avLst/>
          </a:prstGeom>
        </p:spPr>
      </p:pic>
      <p:pic>
        <p:nvPicPr>
          <p:cNvPr id="6" name="Image 3" descr="/Users/nova/projects/clawnode/docs/lecture/ggomjirak 2.png">    </p:cNvPr>
          <p:cNvPicPr>
            <a:picLocks noChangeAspect="1"/>
          </p:cNvPicPr>
          <p:nvPr/>
        </p:nvPicPr>
        <p:blipFill>
          <a:blip r:embed="rId4"/>
          <a:srcRect l="-95000" r="-95000" t="0" b="0"/>
          <a:stretch/>
        </p:blipFill>
        <p:spPr>
          <a:xfrm>
            <a:off x="3291840" y="822960"/>
            <a:ext cx="2651760" cy="4023360"/>
          </a:xfrm>
          <a:prstGeom prst="rect">
            <a:avLst/>
          </a:prstGeom>
        </p:spPr>
      </p:pic>
      <p:pic>
        <p:nvPicPr>
          <p:cNvPr id="7" name="Image 4" descr="/Users/nova/projects/clawnode/docs/lecture/ggomjirak 3.png">    </p:cNvPr>
          <p:cNvPicPr>
            <a:picLocks noChangeAspect="1"/>
          </p:cNvPicPr>
          <p:nvPr/>
        </p:nvPicPr>
        <p:blipFill>
          <a:blip r:embed="rId5"/>
          <a:srcRect l="-95000" r="-95000" t="0" b="0"/>
          <a:stretch/>
        </p:blipFill>
        <p:spPr>
          <a:xfrm>
            <a:off x="6217920" y="822960"/>
            <a:ext cx="26517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25000" r="-25000" t="0" b="0"/>
          <a:stretch/>
        </p:blipFill>
        <p:spPr>
          <a:xfrm>
            <a:off x="7498080" y="4617720"/>
            <a:ext cx="137160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궁금한 점 있으시면 질문 주세요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— ClawNode</dc:title>
  <dc:subject>PptxGenJS Presentation</dc:subject>
  <dc:creator>Mason (전용원)</dc:creator>
  <cp:lastModifiedBy>Mason (전용원)</cp:lastModifiedBy>
  <cp:revision>1</cp:revision>
  <dcterms:created xsi:type="dcterms:W3CDTF">2026-04-01T11:10:52Z</dcterms:created>
  <dcterms:modified xsi:type="dcterms:W3CDTF">2026-04-01T11:10:52Z</dcterms:modified>
</cp:coreProperties>
</file>