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vs OpenClaw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457200" y="73152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두뇌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 /  Claude  /  Gemini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97280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질문하면 답한다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글을 쓴다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짠다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하지만 직접 뭔가를 하진 못한다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29200" y="73152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1A0800"/>
          </a:solidFill>
          <a:ln w="6350">
            <a:solidFill>
              <a:srgbClr val="3D1A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OpenClaw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두뇌에 몸을 붙이다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69280" y="19202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파일을 읽고 쓰는 손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인터넷을 검색하는 눈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메시지를 보내는 입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 대화를 기억하는 기억력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023360" y="2103120"/>
            <a:ext cx="1097280" cy="1097280"/>
          </a:xfrm>
          <a:prstGeom prst="ellipse">
            <a:avLst/>
          </a:prstGeom>
          <a:solidFill>
            <a:srgbClr val="050505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2336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91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매우 유능하고 똑똑한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 부사수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능력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864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뛰어남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280160" y="2743200"/>
            <a:ext cx="1143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22960" y="29260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시키는 건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거의 다 한다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2900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29000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2900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60520" y="2743200"/>
            <a:ext cx="1143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03320" y="29260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회사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모른다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09360" y="16459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9360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309360" y="2286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040880" y="2743200"/>
            <a:ext cx="1143000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0" y="2926080"/>
            <a:ext cx="2057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가르쳐줘야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특장점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457200" y="9144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40080" y="10972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FF6B00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23444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장기기억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3152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개월 전 대화도 기억.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기억은 학습이 되고, 행동을 만든다.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4880" y="9144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37760" y="109728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0B894"/>
          </a:solidFill>
          <a:ln/>
        </p:spPr>
      </p:sp>
      <p:sp>
        <p:nvSpPr>
          <p:cNvPr id="12" name="Text 8"/>
          <p:cNvSpPr/>
          <p:nvPr/>
        </p:nvSpPr>
        <p:spPr>
          <a:xfrm>
            <a:off x="493776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53212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행동력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0292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발송, 시트 작성, 웹 검색,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디자인, 코딩, 리서치까지.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06324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0984E3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23444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텔레그램, 디스코드, 슬랙.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대화하면 된다.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11111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37760" y="3063240"/>
            <a:ext cx="457200" cy="320040"/>
          </a:xfrm>
          <a:prstGeom prst="roundRect">
            <a:avLst>
              <a:gd name="adj" fmla="val 17143"/>
            </a:avLst>
          </a:prstGeom>
          <a:solidFill>
            <a:srgbClr val="D63031"/>
          </a:solidFill>
          <a:ln/>
        </p:spPr>
      </p:sp>
      <p:sp>
        <p:nvSpPr>
          <p:cNvPr id="22" name="Text 18"/>
          <p:cNvSpPr/>
          <p:nvPr/>
        </p:nvSpPr>
        <p:spPr>
          <a:xfrm>
            <a:off x="49377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5321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커스터마이징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02920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시간이 갈수록 나에게 맞춰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성격, 말투, 행동이 변한다.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1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매니저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“이번주 마케팅 내용 분석해줘”</a:t>
            </a:r>
            <a:endParaRPr lang="en-US" sz="1300" dirty="0"/>
          </a:p>
        </p:txBody>
      </p:sp>
      <p:pic>
        <p:nvPicPr>
          <p:cNvPr id="7" name="Image 2" descr="/Users/nova/projects/clawnode/docs/lecture/mockups/marketing-i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188720"/>
            <a:ext cx="20116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2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SRT 매크로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6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“기차가 없어”  →  18분 만에 매크로 제작  →  예약 완료</a:t>
            </a:r>
            <a:endParaRPr lang="en-US" sz="1200" dirty="0"/>
          </a:p>
        </p:txBody>
      </p:sp>
      <p:pic>
        <p:nvPicPr>
          <p:cNvPr id="7" name="Image 2" descr="/Users/nova/projects/clawnode/docs/lecture/mockups/srt-iphone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2011680" cy="3200400"/>
          </a:xfrm>
          <a:prstGeom prst="rect">
            <a:avLst/>
          </a:prstGeom>
        </p:spPr>
      </p:pic>
      <p:pic>
        <p:nvPicPr>
          <p:cNvPr id="8" name="Image 3" descr="/Users/nova/projects/clawnode/docs/lecture/mockups/srt-iphone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188720"/>
            <a:ext cx="20116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82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3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아기옷 중고거래 앱</a:t>
            </a:r>
            <a:endParaRPr lang="en-US" sz="2400" dirty="0"/>
          </a:p>
        </p:txBody>
      </p:sp>
      <p:pic>
        <p:nvPicPr>
          <p:cNvPr id="6" name="Image 2" descr="/Users/nova/projects/clawnode/docs/lecture/ggomjirak 1.png">    </p:cNvPr>
          <p:cNvPicPr>
            <a:picLocks noChangeAspect="1"/>
          </p:cNvPicPr>
          <p:nvPr/>
        </p:nvPicPr>
        <p:blipFill>
          <a:blip r:embed="rId3"/>
          <a:srcRect l="-92500" r="-92500" t="0" b="0"/>
          <a:stretch/>
        </p:blipFill>
        <p:spPr>
          <a:xfrm>
            <a:off x="457200" y="1005840"/>
            <a:ext cx="2606040" cy="3840480"/>
          </a:xfrm>
          <a:prstGeom prst="rect">
            <a:avLst/>
          </a:prstGeom>
        </p:spPr>
      </p:pic>
      <p:pic>
        <p:nvPicPr>
          <p:cNvPr id="7" name="Image 3" descr="/Users/nova/projects/clawnode/docs/lecture/ggomjirak 2.png">    </p:cNvPr>
          <p:cNvPicPr>
            <a:picLocks noChangeAspect="1"/>
          </p:cNvPicPr>
          <p:nvPr/>
        </p:nvPicPr>
        <p:blipFill>
          <a:blip r:embed="rId4"/>
          <a:srcRect l="-92500" r="-92500" t="0" b="0"/>
          <a:stretch/>
        </p:blipFill>
        <p:spPr>
          <a:xfrm>
            <a:off x="3337560" y="1005840"/>
            <a:ext cx="2606040" cy="3840480"/>
          </a:xfrm>
          <a:prstGeom prst="rect">
            <a:avLst/>
          </a:prstGeom>
        </p:spPr>
      </p:pic>
      <p:pic>
        <p:nvPicPr>
          <p:cNvPr id="8" name="Image 4" descr="/Users/nova/projects/clawnode/docs/lecture/ggomjirak 3.png">    </p:cNvPr>
          <p:cNvPicPr>
            <a:picLocks noChangeAspect="1"/>
          </p:cNvPicPr>
          <p:nvPr/>
        </p:nvPicPr>
        <p:blipFill>
          <a:blip r:embed="rId5"/>
          <a:srcRect l="-92500" r="-92500" t="0" b="0"/>
          <a:stretch/>
        </p:blipFill>
        <p:spPr>
          <a:xfrm>
            <a:off x="6217920" y="1005840"/>
            <a:ext cx="26060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va/projects/clawnode/docs/lecture/mockups/slide-bg-claw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nova/projects/clawnode/website-v2/public/images/clawnode-logo-transparent.png">    </p:cNvPr>
          <p:cNvPicPr>
            <a:picLocks noChangeAspect="1"/>
          </p:cNvPicPr>
          <p:nvPr/>
        </p:nvPicPr>
        <p:blipFill>
          <a:blip r:embed="rId2"/>
          <a:srcRect l="-50000" r="-50000" t="0" b="0"/>
          <a:stretch/>
        </p:blipFill>
        <p:spPr>
          <a:xfrm>
            <a:off x="7132320" y="4572000"/>
            <a:ext cx="182880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궁금한 점 있으시면 질문 주세요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— ClawNode</dc:title>
  <dc:subject>PptxGenJS Presentation</dc:subject>
  <dc:creator>Mason (전용원)</dc:creator>
  <cp:lastModifiedBy>Mason (전용원)</cp:lastModifiedBy>
  <cp:revision>1</cp:revision>
  <dcterms:created xsi:type="dcterms:W3CDTF">2026-04-01T11:49:03Z</dcterms:created>
  <dcterms:modified xsi:type="dcterms:W3CDTF">2026-04-01T11:49:03Z</dcterms:modified>
</cp:coreProperties>
</file>